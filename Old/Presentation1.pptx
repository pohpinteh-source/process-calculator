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06F6-DD87-C419-6525-8894829A8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87E60-6AE1-8CDC-8EAA-3D0F39BD1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BA37C-AEDD-DEE4-C664-85461AF5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318EA-806F-CD57-44EE-A07A996B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36C54-40E0-281B-ADBD-2949D218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1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B40D-AF8B-52AD-03B7-14F9C1AB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B7F2-8100-BAF7-AA07-BCA1E78CA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2801C-BB09-B849-5BBC-7D66B383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40E6-2E62-9F97-DC33-263C2737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84B56-4B5D-4AA1-DE3B-5DF2A3F1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011E-EAEC-65B9-DD72-C67CE6D8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37138-AE18-E742-BF2A-F7F6C6E2C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6980-1D28-BE1C-6553-43EF7D9B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3F16E-7D3E-C8AC-4991-C003871C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715E4-0D89-F44E-B1D7-1EE93DFE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1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9E4F-6062-079E-FEBC-52E08510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1D04E-9B57-FDA8-406E-F05338A9D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20BA7-158C-6E50-825E-331B7AD17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416B6-6E13-2D92-4C54-279F7A7E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DE081-F1FD-4585-0D58-93B1521A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D3044-3CE1-B17A-8B35-18EEDB61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9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EF45-A1C8-DC4F-CA49-7D092F8B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F2C98-45A6-CC31-8C9B-600FD10D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9E0D-A89F-BDE8-1F8A-417DDF47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4395B-DFD0-0272-0E06-21944620D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0292F-656C-2159-4029-4E4FA60A8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5E694-F9ED-0A1B-DB16-6DF2BF12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14D455-29F4-ABE8-9E3D-23F27E63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C579B-5705-64C1-00E0-106B2860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9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89DA-2673-1D2C-4008-496EF166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0C322-ED92-04F3-CF69-E5B65C83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EA9FE-5EF4-066A-A161-5C9CA68F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869D2-CDE3-0778-1350-DAAB615D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9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967E9-D8A3-0063-971B-B8DC224E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AE720E-2115-8A17-9ACB-B5846BE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F346E-7EBE-B413-7CDC-D7094128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7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6DC9-3E65-6E53-3AD9-17EE5E9F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C15F-D868-F39A-0081-6C0826351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4DE44-4473-1F4B-FC6C-8DD10DD6F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3CB75-D5ED-BB01-AE4A-7DA71D14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8D2DC-6BEB-3FB0-AE93-C371DDD7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F8B82-0C00-17CD-6924-3BFCC82D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0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D686-9B08-2BFB-463E-DF6BD60A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2404F-BF02-A012-E450-0BC70E3AA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9303A-82E1-790F-FBB9-389B3BB4D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8EBB4-D9A1-4E48-167C-A506806A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6DFCE-0468-DF6A-C55A-EB380F4F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78534-7F15-509A-C0BB-50DBAC86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1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0899-2A09-8858-20BA-2605BFF8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BD846-05FC-4B8E-8C98-AC50714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F2596-0717-9327-966E-BF5D2711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E095C-B452-4089-041C-81815B83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9CE4-BE08-4F86-685C-B78D9CAE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5300B-80CC-1DAE-B3DD-CA4621C5B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8674F-3022-EFD1-9C05-4864A2F53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A1CB5-6273-EF4E-D208-7CD11FF3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2C47-8EF2-4C28-6A62-0F1E473E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8442-AA5D-B4DB-18CD-D0F58DC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8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A9598-E27C-0012-B132-91D6C1BA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37AF-A589-7483-815C-44BEE0D6A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83A74-21CB-9C96-C955-87503FF0D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F7218-759E-4BE4-A489-8674B18D492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4BAD7-EE2F-AEFE-BB80-314461B02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7EE8-5D76-1410-8E7E-80D2565B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40EAB-136F-41A0-8FFF-BC54DF606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9ED6E6-4A30-96E6-F9E2-BC02605BECFF}"/>
              </a:ext>
            </a:extLst>
          </p:cNvPr>
          <p:cNvSpPr/>
          <p:nvPr/>
        </p:nvSpPr>
        <p:spPr>
          <a:xfrm>
            <a:off x="257680" y="2536722"/>
            <a:ext cx="3470787" cy="58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62FDF-0843-8A83-B9B3-12D1E3DA7616}"/>
              </a:ext>
            </a:extLst>
          </p:cNvPr>
          <p:cNvSpPr/>
          <p:nvPr/>
        </p:nvSpPr>
        <p:spPr>
          <a:xfrm>
            <a:off x="542225" y="1955832"/>
            <a:ext cx="1450848" cy="580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094527-3B6B-07C7-6C89-E70BD896937E}"/>
              </a:ext>
            </a:extLst>
          </p:cNvPr>
          <p:cNvCxnSpPr/>
          <p:nvPr/>
        </p:nvCxnSpPr>
        <p:spPr>
          <a:xfrm flipV="1">
            <a:off x="1548459" y="1510824"/>
            <a:ext cx="0" cy="4450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7B6609-C810-13B9-FFD2-A71C5D5B90B2}"/>
              </a:ext>
            </a:extLst>
          </p:cNvPr>
          <p:cNvCxnSpPr>
            <a:cxnSpLocks/>
          </p:cNvCxnSpPr>
          <p:nvPr/>
        </p:nvCxnSpPr>
        <p:spPr>
          <a:xfrm>
            <a:off x="1548459" y="1510824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48BC67-1179-505B-23DC-F2CD24B8C5C1}"/>
              </a:ext>
            </a:extLst>
          </p:cNvPr>
          <p:cNvCxnSpPr/>
          <p:nvPr/>
        </p:nvCxnSpPr>
        <p:spPr>
          <a:xfrm>
            <a:off x="2465145" y="1510824"/>
            <a:ext cx="891540" cy="10258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A2712F2-AAB3-6CBA-77B8-FEDCD2D7256F}"/>
              </a:ext>
            </a:extLst>
          </p:cNvPr>
          <p:cNvSpPr/>
          <p:nvPr/>
        </p:nvSpPr>
        <p:spPr>
          <a:xfrm>
            <a:off x="4200539" y="2536722"/>
            <a:ext cx="3470787" cy="58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CCA641-D6A4-1EBD-6AAB-6DCDB3ADE60B}"/>
              </a:ext>
            </a:extLst>
          </p:cNvPr>
          <p:cNvSpPr/>
          <p:nvPr/>
        </p:nvSpPr>
        <p:spPr>
          <a:xfrm>
            <a:off x="4485084" y="1955832"/>
            <a:ext cx="1450848" cy="580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228626-A59F-A0BC-CC09-3867CABFF8AC}"/>
              </a:ext>
            </a:extLst>
          </p:cNvPr>
          <p:cNvSpPr/>
          <p:nvPr/>
        </p:nvSpPr>
        <p:spPr>
          <a:xfrm>
            <a:off x="8022413" y="2536722"/>
            <a:ext cx="3470787" cy="58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110FAB-FC93-6287-FB63-D347569F2C2B}"/>
              </a:ext>
            </a:extLst>
          </p:cNvPr>
          <p:cNvSpPr/>
          <p:nvPr/>
        </p:nvSpPr>
        <p:spPr>
          <a:xfrm>
            <a:off x="8306958" y="1955832"/>
            <a:ext cx="1450848" cy="580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CE06249-E73A-A91B-B2B5-6EC62EAE784C}"/>
              </a:ext>
            </a:extLst>
          </p:cNvPr>
          <p:cNvSpPr/>
          <p:nvPr/>
        </p:nvSpPr>
        <p:spPr>
          <a:xfrm>
            <a:off x="5492496" y="1497249"/>
            <a:ext cx="1804416" cy="1038687"/>
          </a:xfrm>
          <a:custGeom>
            <a:avLst/>
            <a:gdLst>
              <a:gd name="csX0" fmla="*/ 0 w 1804416"/>
              <a:gd name="csY0" fmla="*/ 453471 h 1038687"/>
              <a:gd name="csX1" fmla="*/ 304800 w 1804416"/>
              <a:gd name="csY1" fmla="*/ 20655 h 1038687"/>
              <a:gd name="csX2" fmla="*/ 1804416 w 1804416"/>
              <a:gd name="csY2" fmla="*/ 1038687 h 1038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04416" h="1038687">
                <a:moveTo>
                  <a:pt x="0" y="453471"/>
                </a:moveTo>
                <a:cubicBezTo>
                  <a:pt x="2032" y="188295"/>
                  <a:pt x="4064" y="-76881"/>
                  <a:pt x="304800" y="20655"/>
                </a:cubicBezTo>
                <a:cubicBezTo>
                  <a:pt x="605536" y="118191"/>
                  <a:pt x="1204976" y="578439"/>
                  <a:pt x="1804416" y="103868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D9099B-A18D-59EB-4117-65F68D47AECF}"/>
              </a:ext>
            </a:extLst>
          </p:cNvPr>
          <p:cNvCxnSpPr>
            <a:cxnSpLocks/>
          </p:cNvCxnSpPr>
          <p:nvPr/>
        </p:nvCxnSpPr>
        <p:spPr>
          <a:xfrm>
            <a:off x="1488235" y="1510824"/>
            <a:ext cx="0" cy="4450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6FF689-F650-2135-8251-B2963CF3FFC4}"/>
              </a:ext>
            </a:extLst>
          </p:cNvPr>
          <p:cNvCxnSpPr/>
          <p:nvPr/>
        </p:nvCxnSpPr>
        <p:spPr>
          <a:xfrm>
            <a:off x="5468112" y="1312190"/>
            <a:ext cx="182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3242DA-20C4-36FE-DFA4-C6CFB009FF51}"/>
              </a:ext>
            </a:extLst>
          </p:cNvPr>
          <p:cNvCxnSpPr/>
          <p:nvPr/>
        </p:nvCxnSpPr>
        <p:spPr>
          <a:xfrm>
            <a:off x="1548459" y="1424464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AFB061F-FE1C-14EE-628C-E847F1AA20DE}"/>
              </a:ext>
            </a:extLst>
          </p:cNvPr>
          <p:cNvCxnSpPr/>
          <p:nvPr/>
        </p:nvCxnSpPr>
        <p:spPr>
          <a:xfrm>
            <a:off x="2462859" y="1544442"/>
            <a:ext cx="0" cy="9914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BC5B224-D629-2E1F-3FCB-26125622F116}"/>
              </a:ext>
            </a:extLst>
          </p:cNvPr>
          <p:cNvSpPr txBox="1"/>
          <p:nvPr/>
        </p:nvSpPr>
        <p:spPr>
          <a:xfrm>
            <a:off x="1111575" y="152750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F20AF5-F3EF-12F4-885C-1DB2A8F6F67B}"/>
              </a:ext>
            </a:extLst>
          </p:cNvPr>
          <p:cNvSpPr txBox="1"/>
          <p:nvPr/>
        </p:nvSpPr>
        <p:spPr>
          <a:xfrm>
            <a:off x="1298083" y="123273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25629F-46FF-B812-57A1-6C1B182DBBAC}"/>
              </a:ext>
            </a:extLst>
          </p:cNvPr>
          <p:cNvSpPr txBox="1"/>
          <p:nvPr/>
        </p:nvSpPr>
        <p:spPr>
          <a:xfrm>
            <a:off x="6222051" y="961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6B9F77-F0E6-72F8-D8FF-666A4CA60546}"/>
              </a:ext>
            </a:extLst>
          </p:cNvPr>
          <p:cNvSpPr txBox="1"/>
          <p:nvPr/>
        </p:nvSpPr>
        <p:spPr>
          <a:xfrm>
            <a:off x="2410765" y="183910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594F02-FFD3-445B-EA8C-CDC49591C605}"/>
              </a:ext>
            </a:extLst>
          </p:cNvPr>
          <p:cNvSpPr txBox="1"/>
          <p:nvPr/>
        </p:nvSpPr>
        <p:spPr>
          <a:xfrm>
            <a:off x="2745708" y="216660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A83B9CB-5794-C3B3-99B5-42D555E3FDD5}"/>
              </a:ext>
            </a:extLst>
          </p:cNvPr>
          <p:cNvCxnSpPr>
            <a:cxnSpLocks/>
          </p:cNvCxnSpPr>
          <p:nvPr/>
        </p:nvCxnSpPr>
        <p:spPr>
          <a:xfrm>
            <a:off x="2461997" y="2438400"/>
            <a:ext cx="8978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ADA5CB3-6527-8D3B-FE8D-38DDF55C4BFA}"/>
              </a:ext>
            </a:extLst>
          </p:cNvPr>
          <p:cNvCxnSpPr>
            <a:cxnSpLocks/>
          </p:cNvCxnSpPr>
          <p:nvPr/>
        </p:nvCxnSpPr>
        <p:spPr>
          <a:xfrm>
            <a:off x="5679442" y="1525192"/>
            <a:ext cx="0" cy="4450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DC6ECAD-CCB2-6202-8164-E4BE66050B4D}"/>
              </a:ext>
            </a:extLst>
          </p:cNvPr>
          <p:cNvSpPr txBox="1"/>
          <p:nvPr/>
        </p:nvSpPr>
        <p:spPr>
          <a:xfrm>
            <a:off x="5646528" y="159312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8B8252-C7BD-E04D-5CF5-1CC6A8064FF4}"/>
              </a:ext>
            </a:extLst>
          </p:cNvPr>
          <p:cNvCxnSpPr>
            <a:cxnSpLocks/>
          </p:cNvCxnSpPr>
          <p:nvPr/>
        </p:nvCxnSpPr>
        <p:spPr>
          <a:xfrm>
            <a:off x="1847899" y="1993392"/>
            <a:ext cx="0" cy="5425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0D941B4-CA80-E520-5D4A-D81E11BBC1BD}"/>
              </a:ext>
            </a:extLst>
          </p:cNvPr>
          <p:cNvSpPr txBox="1"/>
          <p:nvPr/>
        </p:nvSpPr>
        <p:spPr>
          <a:xfrm>
            <a:off x="1560776" y="211823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6D6CC6B-08EA-9738-1E8D-F2B29F1B9191}"/>
              </a:ext>
            </a:extLst>
          </p:cNvPr>
          <p:cNvCxnSpPr/>
          <p:nvPr/>
        </p:nvCxnSpPr>
        <p:spPr>
          <a:xfrm>
            <a:off x="1562778" y="1287608"/>
            <a:ext cx="182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44A2203-CBD8-B370-9082-48C60F86E0A6}"/>
              </a:ext>
            </a:extLst>
          </p:cNvPr>
          <p:cNvSpPr txBox="1"/>
          <p:nvPr/>
        </p:nvSpPr>
        <p:spPr>
          <a:xfrm>
            <a:off x="2316717" y="93727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259ECA-244C-E4CE-8BB9-8026B267152E}"/>
              </a:ext>
            </a:extLst>
          </p:cNvPr>
          <p:cNvCxnSpPr>
            <a:cxnSpLocks/>
          </p:cNvCxnSpPr>
          <p:nvPr/>
        </p:nvCxnSpPr>
        <p:spPr>
          <a:xfrm>
            <a:off x="5855207" y="1983559"/>
            <a:ext cx="0" cy="5425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29BD8C3-7426-0FFC-D7B2-FEC634FD5EA6}"/>
              </a:ext>
            </a:extLst>
          </p:cNvPr>
          <p:cNvSpPr txBox="1"/>
          <p:nvPr/>
        </p:nvSpPr>
        <p:spPr>
          <a:xfrm>
            <a:off x="5568084" y="210839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4F8017C-C243-869F-8E5E-E742A91DC188}"/>
              </a:ext>
            </a:extLst>
          </p:cNvPr>
          <p:cNvCxnSpPr>
            <a:cxnSpLocks/>
          </p:cNvCxnSpPr>
          <p:nvPr/>
        </p:nvCxnSpPr>
        <p:spPr>
          <a:xfrm>
            <a:off x="2562286" y="1491828"/>
            <a:ext cx="900242" cy="1034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62819FD-6765-C346-15CD-A837AD718D80}"/>
              </a:ext>
            </a:extLst>
          </p:cNvPr>
          <p:cNvSpPr txBox="1"/>
          <p:nvPr/>
        </p:nvSpPr>
        <p:spPr>
          <a:xfrm>
            <a:off x="2949875" y="17407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9B7712-06C5-646E-9E8B-2404CB31FD62}"/>
              </a:ext>
            </a:extLst>
          </p:cNvPr>
          <p:cNvCxnSpPr>
            <a:cxnSpLocks/>
          </p:cNvCxnSpPr>
          <p:nvPr/>
        </p:nvCxnSpPr>
        <p:spPr>
          <a:xfrm>
            <a:off x="5808333" y="1357524"/>
            <a:ext cx="1579055" cy="11321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751C3D-B2F3-704A-38C0-F1FADB703AC6}"/>
              </a:ext>
            </a:extLst>
          </p:cNvPr>
          <p:cNvSpPr txBox="1"/>
          <p:nvPr/>
        </p:nvSpPr>
        <p:spPr>
          <a:xfrm>
            <a:off x="6686855" y="173906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A61662E-2F67-7A7C-5AA4-86DB2078552E}"/>
              </a:ext>
            </a:extLst>
          </p:cNvPr>
          <p:cNvCxnSpPr/>
          <p:nvPr/>
        </p:nvCxnSpPr>
        <p:spPr>
          <a:xfrm>
            <a:off x="9251625" y="1306605"/>
            <a:ext cx="182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757E7A4-4CDA-BFE5-3A88-9620665F933A}"/>
              </a:ext>
            </a:extLst>
          </p:cNvPr>
          <p:cNvSpPr txBox="1"/>
          <p:nvPr/>
        </p:nvSpPr>
        <p:spPr>
          <a:xfrm>
            <a:off x="10005564" y="9562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9475DDB-316E-76DC-1CC3-27175191C194}"/>
              </a:ext>
            </a:extLst>
          </p:cNvPr>
          <p:cNvCxnSpPr>
            <a:cxnSpLocks/>
          </p:cNvCxnSpPr>
          <p:nvPr/>
        </p:nvCxnSpPr>
        <p:spPr>
          <a:xfrm>
            <a:off x="10645579" y="1510824"/>
            <a:ext cx="0" cy="10096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3FED41F-0182-02FD-514E-B9978C98168D}"/>
              </a:ext>
            </a:extLst>
          </p:cNvPr>
          <p:cNvSpPr txBox="1"/>
          <p:nvPr/>
        </p:nvSpPr>
        <p:spPr>
          <a:xfrm>
            <a:off x="10590689" y="1903685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03FC775-1B91-CF98-A631-4A3B1552670D}"/>
              </a:ext>
            </a:extLst>
          </p:cNvPr>
          <p:cNvCxnSpPr>
            <a:cxnSpLocks/>
          </p:cNvCxnSpPr>
          <p:nvPr/>
        </p:nvCxnSpPr>
        <p:spPr>
          <a:xfrm>
            <a:off x="9638720" y="1977974"/>
            <a:ext cx="0" cy="5425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29366A3-A12D-7ADB-09BD-5F1BCCFD64F2}"/>
              </a:ext>
            </a:extLst>
          </p:cNvPr>
          <p:cNvSpPr txBox="1"/>
          <p:nvPr/>
        </p:nvSpPr>
        <p:spPr>
          <a:xfrm>
            <a:off x="9351597" y="210281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FEFF00F-37B5-3EF8-E75F-B48E58CD426E}"/>
              </a:ext>
            </a:extLst>
          </p:cNvPr>
          <p:cNvCxnSpPr>
            <a:cxnSpLocks/>
          </p:cNvCxnSpPr>
          <p:nvPr/>
        </p:nvCxnSpPr>
        <p:spPr>
          <a:xfrm flipV="1">
            <a:off x="9351597" y="1431444"/>
            <a:ext cx="1676067" cy="5619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3585C50-E2D3-3572-508E-EFE85B23F688}"/>
              </a:ext>
            </a:extLst>
          </p:cNvPr>
          <p:cNvSpPr txBox="1"/>
          <p:nvPr/>
        </p:nvSpPr>
        <p:spPr>
          <a:xfrm>
            <a:off x="9638720" y="13720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299B26AD-6983-E551-7128-2E01AEE14E8C}"/>
              </a:ext>
            </a:extLst>
          </p:cNvPr>
          <p:cNvSpPr/>
          <p:nvPr/>
        </p:nvSpPr>
        <p:spPr>
          <a:xfrm>
            <a:off x="9339072" y="1503345"/>
            <a:ext cx="1804416" cy="1038687"/>
          </a:xfrm>
          <a:custGeom>
            <a:avLst/>
            <a:gdLst>
              <a:gd name="csX0" fmla="*/ 1804416 w 1804416"/>
              <a:gd name="csY0" fmla="*/ 1038687 h 1038687"/>
              <a:gd name="csX1" fmla="*/ 1432560 w 1804416"/>
              <a:gd name="csY1" fmla="*/ 20655 h 1038687"/>
              <a:gd name="csX2" fmla="*/ 0 w 1804416"/>
              <a:gd name="csY2" fmla="*/ 453471 h 1038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04416" h="1038687">
                <a:moveTo>
                  <a:pt x="1804416" y="1038687"/>
                </a:moveTo>
                <a:cubicBezTo>
                  <a:pt x="1768856" y="578439"/>
                  <a:pt x="1733296" y="118191"/>
                  <a:pt x="1432560" y="20655"/>
                </a:cubicBezTo>
                <a:cubicBezTo>
                  <a:pt x="1131824" y="-76881"/>
                  <a:pt x="565912" y="188295"/>
                  <a:pt x="0" y="45347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277B41A2-1E79-4953-8FBE-183636805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" y="3513459"/>
            <a:ext cx="3493311" cy="171312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3AD93FE-D715-994D-9EB6-E95712B4D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39" y="3534796"/>
            <a:ext cx="3487214" cy="1670449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2BDE76B-49BF-CF41-C2DE-148D2984D1CD}"/>
              </a:ext>
            </a:extLst>
          </p:cNvPr>
          <p:cNvCxnSpPr>
            <a:cxnSpLocks/>
          </p:cNvCxnSpPr>
          <p:nvPr/>
        </p:nvCxnSpPr>
        <p:spPr>
          <a:xfrm>
            <a:off x="10581525" y="1505019"/>
            <a:ext cx="0" cy="4450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D07120C-7822-8784-C779-385651DCD5BD}"/>
              </a:ext>
            </a:extLst>
          </p:cNvPr>
          <p:cNvSpPr txBox="1"/>
          <p:nvPr/>
        </p:nvSpPr>
        <p:spPr>
          <a:xfrm>
            <a:off x="10329184" y="157920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E95E555-7C38-28B3-3F90-E58841A4A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019" y="3424013"/>
            <a:ext cx="3487214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7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9dda1df-3fca-45c7-91be-5629a3733338}" enabled="1" method="Standard" siteId="{ec1ca250-c234-4d56-a76b-7dfb9eee0c4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ams OSRAM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Poh Pin Teh</dc:creator>
  <cp:lastModifiedBy>Poh Pin Teh</cp:lastModifiedBy>
  <cp:revision>1</cp:revision>
  <dcterms:created xsi:type="dcterms:W3CDTF">2026-06-28T13:08:42Z</dcterms:created>
  <dcterms:modified xsi:type="dcterms:W3CDTF">2026-06-28T14:06:59Z</dcterms:modified>
</cp:coreProperties>
</file>